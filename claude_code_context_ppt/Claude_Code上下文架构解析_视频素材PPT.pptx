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4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wide"/>
  <p:notes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Master" Target="slideMasters/slideMaster1.xml"/><Relationship Id="rId1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jp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jp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jp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jp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jp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jp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jp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jp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9.jp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0.jp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1.jp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2.jp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3.jp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58368" y="658368"/>
            <a:ext cx="475488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3400" dirty="0">
                <a:b/>
                <a:solidFill>
                  <a:srgbClr val="111827"/>
                </a:solidFill>
              </a:rPr>
              <a:t>Claude Code</a:t>
            </a:r>
            <a:endParaRPr lang="zh-CN" sz="3400"/>
          </a:p>
          <a:p>
            <a:r>
              <a:rPr lang="zh-CN" sz="3400" dirty="0">
                <a:b/>
                <a:solidFill>
                  <a:srgbClr val="111827"/>
                </a:solidFill>
              </a:rPr>
              <a:t>上下文架构解析</a:t>
            </a:r>
            <a:endParaRPr lang="zh-CN" sz="3400"/>
          </a:p>
        </p:txBody>
      </p:sp>
      <p:sp>
        <p:nvSpPr>
          <p:cNvPr id="5" name="Text 5"/>
          <p:cNvSpPr txBox="1"/>
          <p:nvPr/>
        </p:nvSpPr>
        <p:spPr>
          <a:xfrm>
            <a:off x="694944" y="21214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500" dirty="0">
                <a:solidFill>
                  <a:srgbClr val="4B5563"/>
                </a:solidFill>
              </a:rPr>
              <a:t>17分钟视频素材整理版</a:t>
            </a:r>
            <a:endParaRPr lang="zh-CN" sz="1500"/>
          </a:p>
        </p:txBody>
      </p:sp>
      <p:sp>
        <p:nvSpPr>
          <p:cNvPr id="6" name="Bullets 6"/>
          <p:cNvSpPr txBox="1"/>
          <p:nvPr/>
        </p:nvSpPr>
        <p:spPr>
          <a:xfrm>
            <a:off x="676656" y="2834640"/>
            <a:ext cx="4343400" cy="12344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1600" dirty="0">
                <a:solidFill>
                  <a:srgbClr val="374151"/>
                </a:solidFill>
              </a:rPr>
              <a:t>音频已提取：audio.m4a</a:t>
            </a:r>
          </a:p>
          <a:p>
            <a:pPr marL="342900" indent="-171450">
              <a:buChar char="•"/>
            </a:pPr>
            <a:r>
              <a:rPr lang="zh-CN" sz="1600" dirty="0">
                <a:solidFill>
                  <a:srgbClr val="374151"/>
                </a:solidFill>
              </a:rPr>
              <a:t>关键帧已提取：12张 JPG</a:t>
            </a:r>
          </a:p>
          <a:p>
            <a:pPr marL="342900" indent="-171450">
              <a:buChar char="•"/>
            </a:pPr>
            <a:r>
              <a:rPr lang="zh-CN" sz="1600" dirty="0">
                <a:solidFill>
                  <a:srgbClr val="374151"/>
                </a:solidFill>
              </a:rPr>
              <a:t>本文件用于复盘视频结构与画面线索</a:t>
            </a:r>
          </a:p>
        </p:txBody>
      </p:sp>
      <p:pic>
        <p:nvPicPr>
          <p:cNvPr id="7" name="Image 7"/>
          <p:cNvPicPr/>
          <p:nvPr/>
        </p:nvPicPr>
        <p:blipFill>
          <a:blip r:embed="rId1"/>
          <a:stretch>
            <a:fillRect/>
          </a:stretch>
        </p:blipFill>
        <p:spPr>
          <a:xfrm>
            <a:off x="5577840" y="640080"/>
            <a:ext cx="6080760" cy="512064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676656" y="6263640"/>
            <a:ext cx="102412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000" dirty="0">
                <a:solidFill>
                  <a:srgbClr val="6B7280"/>
                </a:solidFill>
              </a:rPr>
              <a:t>来源视频：AI大模型学习-Claude Code上下文架构解析，17分钟给你讲清楚.mp4</a:t>
            </a:r>
            <a:endParaRPr lang="zh-C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56032"/>
            <a:ext cx="61264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2000" dirty="0">
                <a:b/>
                <a:solidFill>
                  <a:srgbClr val="111827"/>
                </a:solidFill>
              </a:rPr>
              <a:t>关键画面 1</a:t>
            </a:r>
            <a:endParaRPr lang="zh-CN" sz="2000"/>
          </a:p>
        </p:txBody>
      </p:sp>
      <p:sp>
        <p:nvSpPr>
          <p:cNvPr id="4" name="Text 4"/>
          <p:cNvSpPr txBox="1"/>
          <p:nvPr/>
        </p:nvSpPr>
        <p:spPr>
          <a:xfrm>
            <a:off x="6812280" y="29260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100" dirty="0">
                <a:solidFill>
                  <a:srgbClr val="6B7280"/>
                </a:solidFill>
              </a:rPr>
              <a:t>视频时间点约 00:01:27</a:t>
            </a:r>
            <a:endParaRPr lang="zh-CN" sz="1100"/>
          </a:p>
        </p:txBody>
      </p:sp>
      <p:sp>
        <p:nvSpPr>
          <p:cNvPr id="5" name="Box 5"/>
          <p:cNvSpPr/>
          <p:nvPr/>
        </p:nvSpPr>
        <p:spPr>
          <a:xfrm>
            <a:off x="502920" y="822960"/>
            <a:ext cx="1120140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/>
        </p:txBody>
      </p:sp>
      <p:pic>
        <p:nvPicPr>
          <p:cNvPr id="6" name="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58368" y="960120"/>
            <a:ext cx="10890504" cy="5010912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000" dirty="0">
                <a:solidFill>
                  <a:srgbClr val="9CA3AF"/>
                </a:solidFill>
              </a:rPr>
              <a:t>02</a:t>
            </a:r>
            <a:endParaRPr lang="zh-C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56032"/>
            <a:ext cx="61264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2000" dirty="0">
                <a:b/>
                <a:solidFill>
                  <a:srgbClr val="111827"/>
                </a:solidFill>
              </a:rPr>
              <a:t>关键画面 2</a:t>
            </a:r>
            <a:endParaRPr lang="zh-CN" sz="2000"/>
          </a:p>
        </p:txBody>
      </p:sp>
      <p:sp>
        <p:nvSpPr>
          <p:cNvPr id="4" name="Text 4"/>
          <p:cNvSpPr txBox="1"/>
          <p:nvPr/>
        </p:nvSpPr>
        <p:spPr>
          <a:xfrm>
            <a:off x="6812280" y="29260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100" dirty="0">
                <a:solidFill>
                  <a:srgbClr val="6B7280"/>
                </a:solidFill>
              </a:rPr>
              <a:t>视频时间点约 00:02:54</a:t>
            </a:r>
            <a:endParaRPr lang="zh-CN" sz="1100"/>
          </a:p>
        </p:txBody>
      </p:sp>
      <p:sp>
        <p:nvSpPr>
          <p:cNvPr id="5" name="Box 5"/>
          <p:cNvSpPr/>
          <p:nvPr/>
        </p:nvSpPr>
        <p:spPr>
          <a:xfrm>
            <a:off x="502920" y="822960"/>
            <a:ext cx="1120140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/>
        </p:txBody>
      </p:sp>
      <p:pic>
        <p:nvPicPr>
          <p:cNvPr id="6" name="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58368" y="960120"/>
            <a:ext cx="10890504" cy="5010912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000" dirty="0">
                <a:solidFill>
                  <a:srgbClr val="9CA3AF"/>
                </a:solidFill>
              </a:rPr>
              <a:t>03</a:t>
            </a:r>
            <a:endParaRPr lang="zh-C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56032"/>
            <a:ext cx="61264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2000" dirty="0">
                <a:b/>
                <a:solidFill>
                  <a:srgbClr val="111827"/>
                </a:solidFill>
              </a:rPr>
              <a:t>关键画面 3</a:t>
            </a:r>
            <a:endParaRPr lang="zh-CN" sz="2000"/>
          </a:p>
        </p:txBody>
      </p:sp>
      <p:sp>
        <p:nvSpPr>
          <p:cNvPr id="4" name="Text 4"/>
          <p:cNvSpPr txBox="1"/>
          <p:nvPr/>
        </p:nvSpPr>
        <p:spPr>
          <a:xfrm>
            <a:off x="6812280" y="29260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100" dirty="0">
                <a:solidFill>
                  <a:srgbClr val="6B7280"/>
                </a:solidFill>
              </a:rPr>
              <a:t>视频时间点约 00:04:21</a:t>
            </a:r>
            <a:endParaRPr lang="zh-CN" sz="1100"/>
          </a:p>
        </p:txBody>
      </p:sp>
      <p:sp>
        <p:nvSpPr>
          <p:cNvPr id="5" name="Box 5"/>
          <p:cNvSpPr/>
          <p:nvPr/>
        </p:nvSpPr>
        <p:spPr>
          <a:xfrm>
            <a:off x="502920" y="822960"/>
            <a:ext cx="1120140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/>
        </p:txBody>
      </p:sp>
      <p:pic>
        <p:nvPicPr>
          <p:cNvPr id="6" name="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58368" y="960120"/>
            <a:ext cx="10890504" cy="5010912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000" dirty="0">
                <a:solidFill>
                  <a:srgbClr val="9CA3AF"/>
                </a:solidFill>
              </a:rPr>
              <a:t>04</a:t>
            </a:r>
            <a:endParaRPr lang="zh-C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56032"/>
            <a:ext cx="61264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2000" dirty="0">
                <a:b/>
                <a:solidFill>
                  <a:srgbClr val="111827"/>
                </a:solidFill>
              </a:rPr>
              <a:t>关键画面 4</a:t>
            </a:r>
            <a:endParaRPr lang="zh-CN" sz="2000"/>
          </a:p>
        </p:txBody>
      </p:sp>
      <p:sp>
        <p:nvSpPr>
          <p:cNvPr id="4" name="Text 4"/>
          <p:cNvSpPr txBox="1"/>
          <p:nvPr/>
        </p:nvSpPr>
        <p:spPr>
          <a:xfrm>
            <a:off x="6812280" y="29260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100" dirty="0">
                <a:solidFill>
                  <a:srgbClr val="6B7280"/>
                </a:solidFill>
              </a:rPr>
              <a:t>视频时间点约 00:05:48</a:t>
            </a:r>
            <a:endParaRPr lang="zh-CN" sz="1100"/>
          </a:p>
        </p:txBody>
      </p:sp>
      <p:sp>
        <p:nvSpPr>
          <p:cNvPr id="5" name="Box 5"/>
          <p:cNvSpPr/>
          <p:nvPr/>
        </p:nvSpPr>
        <p:spPr>
          <a:xfrm>
            <a:off x="502920" y="822960"/>
            <a:ext cx="1120140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/>
        </p:txBody>
      </p:sp>
      <p:pic>
        <p:nvPicPr>
          <p:cNvPr id="6" name="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58368" y="960120"/>
            <a:ext cx="10890504" cy="5010912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000" dirty="0">
                <a:solidFill>
                  <a:srgbClr val="9CA3AF"/>
                </a:solidFill>
              </a:rPr>
              <a:t>05</a:t>
            </a:r>
            <a:endParaRPr lang="zh-C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56032"/>
            <a:ext cx="61264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2000" dirty="0">
                <a:b/>
                <a:solidFill>
                  <a:srgbClr val="111827"/>
                </a:solidFill>
              </a:rPr>
              <a:t>关键画面 5</a:t>
            </a:r>
            <a:endParaRPr lang="zh-CN" sz="2000"/>
          </a:p>
        </p:txBody>
      </p:sp>
      <p:sp>
        <p:nvSpPr>
          <p:cNvPr id="4" name="Text 4"/>
          <p:cNvSpPr txBox="1"/>
          <p:nvPr/>
        </p:nvSpPr>
        <p:spPr>
          <a:xfrm>
            <a:off x="6812280" y="29260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100" dirty="0">
                <a:solidFill>
                  <a:srgbClr val="6B7280"/>
                </a:solidFill>
              </a:rPr>
              <a:t>视频时间点约 00:07:15</a:t>
            </a:r>
            <a:endParaRPr lang="zh-CN" sz="1100"/>
          </a:p>
        </p:txBody>
      </p:sp>
      <p:sp>
        <p:nvSpPr>
          <p:cNvPr id="5" name="Box 5"/>
          <p:cNvSpPr/>
          <p:nvPr/>
        </p:nvSpPr>
        <p:spPr>
          <a:xfrm>
            <a:off x="502920" y="822960"/>
            <a:ext cx="1120140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/>
        </p:txBody>
      </p:sp>
      <p:pic>
        <p:nvPicPr>
          <p:cNvPr id="6" name="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58368" y="960120"/>
            <a:ext cx="10890504" cy="5010912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000" dirty="0">
                <a:solidFill>
                  <a:srgbClr val="9CA3AF"/>
                </a:solidFill>
              </a:rPr>
              <a:t>06</a:t>
            </a:r>
            <a:endParaRPr lang="zh-CN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56032"/>
            <a:ext cx="61264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2000" dirty="0">
                <a:b/>
                <a:solidFill>
                  <a:srgbClr val="111827"/>
                </a:solidFill>
              </a:rPr>
              <a:t>关键画面 6</a:t>
            </a:r>
            <a:endParaRPr lang="zh-CN" sz="2000"/>
          </a:p>
        </p:txBody>
      </p:sp>
      <p:sp>
        <p:nvSpPr>
          <p:cNvPr id="4" name="Text 4"/>
          <p:cNvSpPr txBox="1"/>
          <p:nvPr/>
        </p:nvSpPr>
        <p:spPr>
          <a:xfrm>
            <a:off x="6812280" y="29260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100" dirty="0">
                <a:solidFill>
                  <a:srgbClr val="6B7280"/>
                </a:solidFill>
              </a:rPr>
              <a:t>视频时间点约 00:08:42</a:t>
            </a:r>
            <a:endParaRPr lang="zh-CN" sz="1100"/>
          </a:p>
        </p:txBody>
      </p:sp>
      <p:sp>
        <p:nvSpPr>
          <p:cNvPr id="5" name="Box 5"/>
          <p:cNvSpPr/>
          <p:nvPr/>
        </p:nvSpPr>
        <p:spPr>
          <a:xfrm>
            <a:off x="502920" y="822960"/>
            <a:ext cx="1120140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/>
        </p:txBody>
      </p:sp>
      <p:pic>
        <p:nvPicPr>
          <p:cNvPr id="6" name="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58368" y="960120"/>
            <a:ext cx="10890504" cy="5010912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000" dirty="0">
                <a:solidFill>
                  <a:srgbClr val="9CA3AF"/>
                </a:solidFill>
              </a:rPr>
              <a:t>07</a:t>
            </a:r>
            <a:endParaRPr lang="zh-CN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56032"/>
            <a:ext cx="61264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2000" dirty="0">
                <a:b/>
                <a:solidFill>
                  <a:srgbClr val="111827"/>
                </a:solidFill>
              </a:rPr>
              <a:t>关键画面 7</a:t>
            </a:r>
            <a:endParaRPr lang="zh-CN" sz="2000"/>
          </a:p>
        </p:txBody>
      </p:sp>
      <p:sp>
        <p:nvSpPr>
          <p:cNvPr id="4" name="Text 4"/>
          <p:cNvSpPr txBox="1"/>
          <p:nvPr/>
        </p:nvSpPr>
        <p:spPr>
          <a:xfrm>
            <a:off x="6812280" y="29260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100" dirty="0">
                <a:solidFill>
                  <a:srgbClr val="6B7280"/>
                </a:solidFill>
              </a:rPr>
              <a:t>视频时间点约 00:10:09</a:t>
            </a:r>
            <a:endParaRPr lang="zh-CN" sz="1100"/>
          </a:p>
        </p:txBody>
      </p:sp>
      <p:sp>
        <p:nvSpPr>
          <p:cNvPr id="5" name="Box 5"/>
          <p:cNvSpPr/>
          <p:nvPr/>
        </p:nvSpPr>
        <p:spPr>
          <a:xfrm>
            <a:off x="502920" y="822960"/>
            <a:ext cx="1120140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/>
        </p:txBody>
      </p:sp>
      <p:pic>
        <p:nvPicPr>
          <p:cNvPr id="6" name="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58368" y="960120"/>
            <a:ext cx="10890504" cy="5010912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000" dirty="0">
                <a:solidFill>
                  <a:srgbClr val="9CA3AF"/>
                </a:solidFill>
              </a:rPr>
              <a:t>08</a:t>
            </a:r>
            <a:endParaRPr lang="zh-CN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56032"/>
            <a:ext cx="61264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2000" dirty="0">
                <a:b/>
                <a:solidFill>
                  <a:srgbClr val="111827"/>
                </a:solidFill>
              </a:rPr>
              <a:t>关键画面 8</a:t>
            </a:r>
            <a:endParaRPr lang="zh-CN" sz="2000"/>
          </a:p>
        </p:txBody>
      </p:sp>
      <p:sp>
        <p:nvSpPr>
          <p:cNvPr id="4" name="Text 4"/>
          <p:cNvSpPr txBox="1"/>
          <p:nvPr/>
        </p:nvSpPr>
        <p:spPr>
          <a:xfrm>
            <a:off x="6812280" y="29260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100" dirty="0">
                <a:solidFill>
                  <a:srgbClr val="6B7280"/>
                </a:solidFill>
              </a:rPr>
              <a:t>视频时间点约 00:11:36</a:t>
            </a:r>
            <a:endParaRPr lang="zh-CN" sz="1100"/>
          </a:p>
        </p:txBody>
      </p:sp>
      <p:sp>
        <p:nvSpPr>
          <p:cNvPr id="5" name="Box 5"/>
          <p:cNvSpPr/>
          <p:nvPr/>
        </p:nvSpPr>
        <p:spPr>
          <a:xfrm>
            <a:off x="502920" y="822960"/>
            <a:ext cx="1120140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/>
        </p:txBody>
      </p:sp>
      <p:pic>
        <p:nvPicPr>
          <p:cNvPr id="6" name="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58368" y="960120"/>
            <a:ext cx="10890504" cy="5010912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000" dirty="0">
                <a:solidFill>
                  <a:srgbClr val="9CA3AF"/>
                </a:solidFill>
              </a:rPr>
              <a:t>09</a:t>
            </a:r>
            <a:endParaRPr lang="zh-CN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56032"/>
            <a:ext cx="61264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2000" dirty="0">
                <a:b/>
                <a:solidFill>
                  <a:srgbClr val="111827"/>
                </a:solidFill>
              </a:rPr>
              <a:t>关键画面 9</a:t>
            </a:r>
            <a:endParaRPr lang="zh-CN" sz="2000"/>
          </a:p>
        </p:txBody>
      </p:sp>
      <p:sp>
        <p:nvSpPr>
          <p:cNvPr id="4" name="Text 4"/>
          <p:cNvSpPr txBox="1"/>
          <p:nvPr/>
        </p:nvSpPr>
        <p:spPr>
          <a:xfrm>
            <a:off x="6812280" y="29260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100" dirty="0">
                <a:solidFill>
                  <a:srgbClr val="6B7280"/>
                </a:solidFill>
              </a:rPr>
              <a:t>视频时间点约 00:13:03</a:t>
            </a:r>
            <a:endParaRPr lang="zh-CN" sz="1100"/>
          </a:p>
        </p:txBody>
      </p:sp>
      <p:sp>
        <p:nvSpPr>
          <p:cNvPr id="5" name="Box 5"/>
          <p:cNvSpPr/>
          <p:nvPr/>
        </p:nvSpPr>
        <p:spPr>
          <a:xfrm>
            <a:off x="502920" y="822960"/>
            <a:ext cx="1120140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/>
        </p:txBody>
      </p:sp>
      <p:pic>
        <p:nvPicPr>
          <p:cNvPr id="6" name="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58368" y="960120"/>
            <a:ext cx="10890504" cy="5010912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000" dirty="0">
                <a:solidFill>
                  <a:srgbClr val="9CA3AF"/>
                </a:solidFill>
              </a:rPr>
              <a:t>10</a:t>
            </a:r>
            <a:endParaRPr lang="zh-CN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56032"/>
            <a:ext cx="61264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2000" dirty="0">
                <a:b/>
                <a:solidFill>
                  <a:srgbClr val="111827"/>
                </a:solidFill>
              </a:rPr>
              <a:t>关键画面 10</a:t>
            </a:r>
            <a:endParaRPr lang="zh-CN" sz="2000"/>
          </a:p>
        </p:txBody>
      </p:sp>
      <p:sp>
        <p:nvSpPr>
          <p:cNvPr id="4" name="Text 4"/>
          <p:cNvSpPr txBox="1"/>
          <p:nvPr/>
        </p:nvSpPr>
        <p:spPr>
          <a:xfrm>
            <a:off x="6812280" y="29260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100" dirty="0">
                <a:solidFill>
                  <a:srgbClr val="6B7280"/>
                </a:solidFill>
              </a:rPr>
              <a:t>视频时间点约 00:14:30</a:t>
            </a:r>
            <a:endParaRPr lang="zh-CN" sz="1100"/>
          </a:p>
        </p:txBody>
      </p:sp>
      <p:sp>
        <p:nvSpPr>
          <p:cNvPr id="5" name="Box 5"/>
          <p:cNvSpPr/>
          <p:nvPr/>
        </p:nvSpPr>
        <p:spPr>
          <a:xfrm>
            <a:off x="502920" y="822960"/>
            <a:ext cx="1120140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/>
        </p:txBody>
      </p:sp>
      <p:pic>
        <p:nvPicPr>
          <p:cNvPr id="6" name="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58368" y="960120"/>
            <a:ext cx="10890504" cy="5010912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000" dirty="0">
                <a:solidFill>
                  <a:srgbClr val="9CA3AF"/>
                </a:solidFill>
              </a:rPr>
              <a:t>11</a:t>
            </a:r>
            <a:endParaRPr lang="zh-CN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56032"/>
            <a:ext cx="61264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2000" dirty="0">
                <a:b/>
                <a:solidFill>
                  <a:srgbClr val="111827"/>
                </a:solidFill>
              </a:rPr>
              <a:t>关键画面 11</a:t>
            </a:r>
            <a:endParaRPr lang="zh-CN" sz="2000"/>
          </a:p>
        </p:txBody>
      </p:sp>
      <p:sp>
        <p:nvSpPr>
          <p:cNvPr id="4" name="Text 4"/>
          <p:cNvSpPr txBox="1"/>
          <p:nvPr/>
        </p:nvSpPr>
        <p:spPr>
          <a:xfrm>
            <a:off x="6812280" y="29260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100" dirty="0">
                <a:solidFill>
                  <a:srgbClr val="6B7280"/>
                </a:solidFill>
              </a:rPr>
              <a:t>视频时间点约 00:15:57</a:t>
            </a:r>
            <a:endParaRPr lang="zh-CN" sz="1100"/>
          </a:p>
        </p:txBody>
      </p:sp>
      <p:sp>
        <p:nvSpPr>
          <p:cNvPr id="5" name="Box 5"/>
          <p:cNvSpPr/>
          <p:nvPr/>
        </p:nvSpPr>
        <p:spPr>
          <a:xfrm>
            <a:off x="502920" y="822960"/>
            <a:ext cx="1120140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/>
        </p:txBody>
      </p:sp>
      <p:pic>
        <p:nvPicPr>
          <p:cNvPr id="6" name="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58368" y="960120"/>
            <a:ext cx="10890504" cy="5010912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000" dirty="0">
                <a:solidFill>
                  <a:srgbClr val="9CA3AF"/>
                </a:solidFill>
              </a:rPr>
              <a:t>12</a:t>
            </a:r>
            <a:endParaRPr lang="zh-CN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56032"/>
            <a:ext cx="61264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2000" dirty="0">
                <a:b/>
                <a:solidFill>
                  <a:srgbClr val="111827"/>
                </a:solidFill>
              </a:rPr>
              <a:t>关键画面 12</a:t>
            </a:r>
            <a:endParaRPr lang="zh-CN" sz="2000"/>
          </a:p>
        </p:txBody>
      </p:sp>
      <p:sp>
        <p:nvSpPr>
          <p:cNvPr id="4" name="Text 4"/>
          <p:cNvSpPr txBox="1"/>
          <p:nvPr/>
        </p:nvSpPr>
        <p:spPr>
          <a:xfrm>
            <a:off x="6812280" y="29260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100" dirty="0">
                <a:solidFill>
                  <a:srgbClr val="6B7280"/>
                </a:solidFill>
              </a:rPr>
              <a:t>视频时间点约 00:17:24</a:t>
            </a:r>
            <a:endParaRPr lang="zh-CN" sz="1100"/>
          </a:p>
        </p:txBody>
      </p:sp>
      <p:sp>
        <p:nvSpPr>
          <p:cNvPr id="5" name="Box 5"/>
          <p:cNvSpPr/>
          <p:nvPr/>
        </p:nvSpPr>
        <p:spPr>
          <a:xfrm>
            <a:off x="502920" y="822960"/>
            <a:ext cx="1120140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/>
        </p:txBody>
      </p:sp>
      <p:pic>
        <p:nvPicPr>
          <p:cNvPr id="6" name="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58368" y="960120"/>
            <a:ext cx="10890504" cy="5010912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/>
          <a:lstStyle/>
          <a:p>
            <a:r>
              <a:rPr lang="zh-CN" sz="1000" dirty="0">
                <a:solidFill>
                  <a:srgbClr val="9CA3AF"/>
                </a:solidFill>
              </a:rPr>
              <a:t>13</a:t>
            </a:r>
            <a:endParaRPr 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Clean">
  <a:themeElements>
    <a:clrScheme name="Codex">
      <a:dk1>
        <a:srgbClr val="111827"/>
      </a:dk1>
      <a:lt1>
        <a:srgbClr val="FFFFFF"/>
      </a:lt1>
      <a:dk2>
        <a:srgbClr val="1F2937"/>
      </a:dk2>
      <a:lt2>
        <a:srgbClr val="F7F8FA"/>
      </a:lt2>
      <a:accent1>
        <a:srgbClr val="2563EB"/>
      </a:accent1>
      <a:accent2>
        <a:srgbClr val="059669"/>
      </a:accent2>
      <a:accent3>
        <a:srgbClr val="DC2626"/>
      </a:accent3>
      <a:accent4>
        <a:srgbClr val="7C3AED"/>
      </a:accent4>
      <a:accent5>
        <a:srgbClr val="EA580C"/>
      </a:accent5>
      <a:accent6>
        <a:srgbClr val="0891B2"/>
      </a:accent6>
      <a:hlink>
        <a:srgbClr val="2563EB"/>
      </a:hlink>
      <a:folHlink>
        <a:srgbClr val="7C3AED"/>
      </a:folHlink>
    </a:clrScheme>
    <a:fontScheme name="CodexFont">
      <a:majorFont>
        <a:latin typeface="Aptos Display"/>
        <a:ea typeface="PingFang SC"/>
      </a:majorFont>
      <a:minorFont>
        <a:latin typeface="Aptos"/>
        <a:ea typeface="PingFang SC"/>
      </a:minorFont>
    </a:fontScheme>
    <a:fmtScheme name="CodexFm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Code上下文架构解析</dc:title>
  <dc:creator>Codex</dc:creator>
  <cp:keywords>Claude Code, 上下文架构, 视频抽帧, 音频</cp:keywords>
  <dcterms:created xsi:type="dcterms:W3CDTF">2026-05-19T00:00:00Z</dcterms:created>
  <dcterms:modified xsi:type="dcterms:W3CDTF">2026-05-19T00:00:00Z</dcterms:modified>
</cp:coreProperties>
</file>